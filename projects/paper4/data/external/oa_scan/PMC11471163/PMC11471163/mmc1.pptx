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7"/>
  </p:notesMasterIdLst>
  <p:sldIdLst>
    <p:sldId id="282" r:id="rId2"/>
    <p:sldId id="280" r:id="rId3"/>
    <p:sldId id="286" r:id="rId4"/>
    <p:sldId id="287" r:id="rId5"/>
    <p:sldId id="285" r:id="rId6"/>
  </p:sldIdLst>
  <p:sldSz cx="6858000" cy="9144000" type="screen4x3"/>
  <p:notesSz cx="6799263" cy="99298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F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8D521B-F476-D53C-DE59-E037B90743F5}" v="51" dt="2024-02-21T22:37:33.630"/>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中等深淺樣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8495"/>
    <p:restoredTop sz="96327"/>
  </p:normalViewPr>
  <p:slideViewPr>
    <p:cSldViewPr snapToGrid="0" snapToObjects="1">
      <p:cViewPr>
        <p:scale>
          <a:sx n="90" d="100"/>
          <a:sy n="90" d="100"/>
        </p:scale>
        <p:origin x="3186" y="-138"/>
      </p:cViewPr>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陳薇羽" userId="S::10402059@ncku.edu.tw::45fa0522-0632-4f75-886d-ebf74099e4ed" providerId="AD" clId="Web-{5F8D521B-F476-D53C-DE59-E037B90743F5}"/>
    <pc:docChg chg="addSld delSld modSld">
      <pc:chgData name="陳薇羽" userId="S::10402059@ncku.edu.tw::45fa0522-0632-4f75-886d-ebf74099e4ed" providerId="AD" clId="Web-{5F8D521B-F476-D53C-DE59-E037B90743F5}" dt="2024-02-21T22:37:33.630" v="40" actId="1076"/>
      <pc:docMkLst>
        <pc:docMk/>
      </pc:docMkLst>
      <pc:sldChg chg="modSp">
        <pc:chgData name="陳薇羽" userId="S::10402059@ncku.edu.tw::45fa0522-0632-4f75-886d-ebf74099e4ed" providerId="AD" clId="Web-{5F8D521B-F476-D53C-DE59-E037B90743F5}" dt="2024-02-21T22:13:22.324" v="38" actId="20577"/>
        <pc:sldMkLst>
          <pc:docMk/>
          <pc:sldMk cId="569505083" sldId="285"/>
        </pc:sldMkLst>
        <pc:spChg chg="mod">
          <ac:chgData name="陳薇羽" userId="S::10402059@ncku.edu.tw::45fa0522-0632-4f75-886d-ebf74099e4ed" providerId="AD" clId="Web-{5F8D521B-F476-D53C-DE59-E037B90743F5}" dt="2024-02-21T22:13:22.324" v="38" actId="20577"/>
          <ac:spMkLst>
            <pc:docMk/>
            <pc:sldMk cId="569505083" sldId="285"/>
            <ac:spMk id="5" creationId="{C0F891C9-C362-1334-387D-7F9F70C9435C}"/>
          </ac:spMkLst>
        </pc:spChg>
      </pc:sldChg>
      <pc:sldChg chg="addSp delSp modSp new">
        <pc:chgData name="陳薇羽" userId="S::10402059@ncku.edu.tw::45fa0522-0632-4f75-886d-ebf74099e4ed" providerId="AD" clId="Web-{5F8D521B-F476-D53C-DE59-E037B90743F5}" dt="2024-02-21T22:37:33.630" v="40" actId="1076"/>
        <pc:sldMkLst>
          <pc:docMk/>
          <pc:sldMk cId="703126299" sldId="287"/>
        </pc:sldMkLst>
        <pc:spChg chg="del">
          <ac:chgData name="陳薇羽" userId="S::10402059@ncku.edu.tw::45fa0522-0632-4f75-886d-ebf74099e4ed" providerId="AD" clId="Web-{5F8D521B-F476-D53C-DE59-E037B90743F5}" dt="2024-02-21T22:07:45.178" v="10"/>
          <ac:spMkLst>
            <pc:docMk/>
            <pc:sldMk cId="703126299" sldId="287"/>
            <ac:spMk id="2" creationId="{F202FD6E-013E-4EF7-D4DC-0F4A20CCC7BC}"/>
          </ac:spMkLst>
        </pc:spChg>
        <pc:spChg chg="del">
          <ac:chgData name="陳薇羽" userId="S::10402059@ncku.edu.tw::45fa0522-0632-4f75-886d-ebf74099e4ed" providerId="AD" clId="Web-{5F8D521B-F476-D53C-DE59-E037B90743F5}" dt="2024-02-21T22:07:05.083" v="3"/>
          <ac:spMkLst>
            <pc:docMk/>
            <pc:sldMk cId="703126299" sldId="287"/>
            <ac:spMk id="3" creationId="{CEC4CFBA-34B3-999C-6AC3-8CD4F5C2789F}"/>
          </ac:spMkLst>
        </pc:spChg>
        <pc:spChg chg="add del">
          <ac:chgData name="陳薇羽" userId="S::10402059@ncku.edu.tw::45fa0522-0632-4f75-886d-ebf74099e4ed" providerId="AD" clId="Web-{5F8D521B-F476-D53C-DE59-E037B90743F5}" dt="2024-02-21T22:07:25.568" v="6"/>
          <ac:spMkLst>
            <pc:docMk/>
            <pc:sldMk cId="703126299" sldId="287"/>
            <ac:spMk id="5" creationId="{AFCE8D4E-4FD5-6A31-70DD-58F010384D6B}"/>
          </ac:spMkLst>
        </pc:spChg>
        <pc:spChg chg="add del">
          <ac:chgData name="陳薇羽" userId="S::10402059@ncku.edu.tw::45fa0522-0632-4f75-886d-ebf74099e4ed" providerId="AD" clId="Web-{5F8D521B-F476-D53C-DE59-E037B90743F5}" dt="2024-02-21T22:07:25.568" v="5"/>
          <ac:spMkLst>
            <pc:docMk/>
            <pc:sldMk cId="703126299" sldId="287"/>
            <ac:spMk id="6" creationId="{97EBF0BD-0465-746F-6485-7EEE70ABD797}"/>
          </ac:spMkLst>
        </pc:spChg>
        <pc:spChg chg="add del">
          <ac:chgData name="陳薇羽" userId="S::10402059@ncku.edu.tw::45fa0522-0632-4f75-886d-ebf74099e4ed" providerId="AD" clId="Web-{5F8D521B-F476-D53C-DE59-E037B90743F5}" dt="2024-02-21T22:07:53.100" v="16"/>
          <ac:spMkLst>
            <pc:docMk/>
            <pc:sldMk cId="703126299" sldId="287"/>
            <ac:spMk id="7" creationId="{356D4F47-2B15-0BB0-FC40-DC05C10EB533}"/>
          </ac:spMkLst>
        </pc:spChg>
        <pc:spChg chg="add del">
          <ac:chgData name="陳薇羽" userId="S::10402059@ncku.edu.tw::45fa0522-0632-4f75-886d-ebf74099e4ed" providerId="AD" clId="Web-{5F8D521B-F476-D53C-DE59-E037B90743F5}" dt="2024-02-21T22:07:45.256" v="11"/>
          <ac:spMkLst>
            <pc:docMk/>
            <pc:sldMk cId="703126299" sldId="287"/>
            <ac:spMk id="8" creationId="{D866A2A6-20C3-BFFE-93E1-97AE1322A9AF}"/>
          </ac:spMkLst>
        </pc:spChg>
        <pc:spChg chg="add del">
          <ac:chgData name="陳薇羽" userId="S::10402059@ncku.edu.tw::45fa0522-0632-4f75-886d-ebf74099e4ed" providerId="AD" clId="Web-{5F8D521B-F476-D53C-DE59-E037B90743F5}" dt="2024-02-21T22:07:55.881" v="20"/>
          <ac:spMkLst>
            <pc:docMk/>
            <pc:sldMk cId="703126299" sldId="287"/>
            <ac:spMk id="10" creationId="{61120F69-C17C-0109-03F9-27A18559EF96}"/>
          </ac:spMkLst>
        </pc:spChg>
        <pc:spChg chg="add del">
          <ac:chgData name="陳薇羽" userId="S::10402059@ncku.edu.tw::45fa0522-0632-4f75-886d-ebf74099e4ed" providerId="AD" clId="Web-{5F8D521B-F476-D53C-DE59-E037B90743F5}" dt="2024-02-21T22:07:55.881" v="19"/>
          <ac:spMkLst>
            <pc:docMk/>
            <pc:sldMk cId="703126299" sldId="287"/>
            <ac:spMk id="11" creationId="{2AEBF74B-E272-2690-B570-2112F608D410}"/>
          </ac:spMkLst>
        </pc:spChg>
        <pc:spChg chg="add del">
          <ac:chgData name="陳薇羽" userId="S::10402059@ncku.edu.tw::45fa0522-0632-4f75-886d-ebf74099e4ed" providerId="AD" clId="Web-{5F8D521B-F476-D53C-DE59-E037B90743F5}" dt="2024-02-21T22:07:53.100" v="15"/>
          <ac:spMkLst>
            <pc:docMk/>
            <pc:sldMk cId="703126299" sldId="287"/>
            <ac:spMk id="12" creationId="{F7927722-D736-FD05-8F4D-A50A04DE5326}"/>
          </ac:spMkLst>
        </pc:spChg>
        <pc:spChg chg="add del">
          <ac:chgData name="陳薇羽" userId="S::10402059@ncku.edu.tw::45fa0522-0632-4f75-886d-ebf74099e4ed" providerId="AD" clId="Web-{5F8D521B-F476-D53C-DE59-E037B90743F5}" dt="2024-02-21T22:07:55.881" v="18"/>
          <ac:spMkLst>
            <pc:docMk/>
            <pc:sldMk cId="703126299" sldId="287"/>
            <ac:spMk id="14" creationId="{E72AD29D-B007-DAB8-5DBD-44CEB17B2F9A}"/>
          </ac:spMkLst>
        </pc:spChg>
        <pc:spChg chg="add del">
          <ac:chgData name="陳薇羽" userId="S::10402059@ncku.edu.tw::45fa0522-0632-4f75-886d-ebf74099e4ed" providerId="AD" clId="Web-{5F8D521B-F476-D53C-DE59-E037B90743F5}" dt="2024-02-21T22:07:55.881" v="17"/>
          <ac:spMkLst>
            <pc:docMk/>
            <pc:sldMk cId="703126299" sldId="287"/>
            <ac:spMk id="15" creationId="{C216BAEF-310F-E55C-872C-CC6EB1714E25}"/>
          </ac:spMkLst>
        </pc:spChg>
        <pc:spChg chg="add del">
          <ac:chgData name="陳薇羽" userId="S::10402059@ncku.edu.tw::45fa0522-0632-4f75-886d-ebf74099e4ed" providerId="AD" clId="Web-{5F8D521B-F476-D53C-DE59-E037B90743F5}" dt="2024-02-21T22:07:53.100" v="13"/>
          <ac:spMkLst>
            <pc:docMk/>
            <pc:sldMk cId="703126299" sldId="287"/>
            <ac:spMk id="16" creationId="{E408359A-AE42-744C-0C45-7322FEFB8882}"/>
          </ac:spMkLst>
        </pc:spChg>
        <pc:spChg chg="add del">
          <ac:chgData name="陳薇羽" userId="S::10402059@ncku.edu.tw::45fa0522-0632-4f75-886d-ebf74099e4ed" providerId="AD" clId="Web-{5F8D521B-F476-D53C-DE59-E037B90743F5}" dt="2024-02-21T22:12:16.073" v="35"/>
          <ac:spMkLst>
            <pc:docMk/>
            <pc:sldMk cId="703126299" sldId="287"/>
            <ac:spMk id="18" creationId="{CD86F044-C464-5531-A54E-07D2DFDF1079}"/>
          </ac:spMkLst>
        </pc:spChg>
        <pc:spChg chg="add del">
          <ac:chgData name="陳薇羽" userId="S::10402059@ncku.edu.tw::45fa0522-0632-4f75-886d-ebf74099e4ed" providerId="AD" clId="Web-{5F8D521B-F476-D53C-DE59-E037B90743F5}" dt="2024-02-21T22:12:16.073" v="34"/>
          <ac:spMkLst>
            <pc:docMk/>
            <pc:sldMk cId="703126299" sldId="287"/>
            <ac:spMk id="19" creationId="{A6E089BE-5C9E-6CD2-190C-719FD959A2F6}"/>
          </ac:spMkLst>
        </pc:spChg>
        <pc:spChg chg="add del mod">
          <ac:chgData name="陳薇羽" userId="S::10402059@ncku.edu.tw::45fa0522-0632-4f75-886d-ebf74099e4ed" providerId="AD" clId="Web-{5F8D521B-F476-D53C-DE59-E037B90743F5}" dt="2024-02-21T22:12:16.073" v="33"/>
          <ac:spMkLst>
            <pc:docMk/>
            <pc:sldMk cId="703126299" sldId="287"/>
            <ac:spMk id="20" creationId="{D5EB8F09-EB1A-3CFF-E191-ECCF1039BBE8}"/>
          </ac:spMkLst>
        </pc:spChg>
        <pc:spChg chg="add del">
          <ac:chgData name="陳薇羽" userId="S::10402059@ncku.edu.tw::45fa0522-0632-4f75-886d-ebf74099e4ed" providerId="AD" clId="Web-{5F8D521B-F476-D53C-DE59-E037B90743F5}" dt="2024-02-21T22:12:16.073" v="31"/>
          <ac:spMkLst>
            <pc:docMk/>
            <pc:sldMk cId="703126299" sldId="287"/>
            <ac:spMk id="22" creationId="{3708F5E4-60FF-CA63-834B-EA3B16CA696A}"/>
          </ac:spMkLst>
        </pc:spChg>
        <pc:spChg chg="add del">
          <ac:chgData name="陳薇羽" userId="S::10402059@ncku.edu.tw::45fa0522-0632-4f75-886d-ebf74099e4ed" providerId="AD" clId="Web-{5F8D521B-F476-D53C-DE59-E037B90743F5}" dt="2024-02-21T22:12:16.073" v="30"/>
          <ac:spMkLst>
            <pc:docMk/>
            <pc:sldMk cId="703126299" sldId="287"/>
            <ac:spMk id="23" creationId="{9374E324-7900-8461-D71E-A16CC18FE48A}"/>
          </ac:spMkLst>
        </pc:spChg>
        <pc:spChg chg="add del">
          <ac:chgData name="陳薇羽" userId="S::10402059@ncku.edu.tw::45fa0522-0632-4f75-886d-ebf74099e4ed" providerId="AD" clId="Web-{5F8D521B-F476-D53C-DE59-E037B90743F5}" dt="2024-02-21T22:12:16.073" v="29"/>
          <ac:spMkLst>
            <pc:docMk/>
            <pc:sldMk cId="703126299" sldId="287"/>
            <ac:spMk id="24" creationId="{23EC7AE3-A63B-8432-99AC-8B81980768DB}"/>
          </ac:spMkLst>
        </pc:spChg>
        <pc:spChg chg="add">
          <ac:chgData name="陳薇羽" userId="S::10402059@ncku.edu.tw::45fa0522-0632-4f75-886d-ebf74099e4ed" providerId="AD" clId="Web-{5F8D521B-F476-D53C-DE59-E037B90743F5}" dt="2024-02-21T22:12:48.323" v="37"/>
          <ac:spMkLst>
            <pc:docMk/>
            <pc:sldMk cId="703126299" sldId="287"/>
            <ac:spMk id="26" creationId="{DBF0421C-08EB-CD2C-FE31-5074C4C245D9}"/>
          </ac:spMkLst>
        </pc:spChg>
        <pc:spChg chg="add">
          <ac:chgData name="陳薇羽" userId="S::10402059@ncku.edu.tw::45fa0522-0632-4f75-886d-ebf74099e4ed" providerId="AD" clId="Web-{5F8D521B-F476-D53C-DE59-E037B90743F5}" dt="2024-02-21T22:12:48.323" v="37"/>
          <ac:spMkLst>
            <pc:docMk/>
            <pc:sldMk cId="703126299" sldId="287"/>
            <ac:spMk id="27" creationId="{16716756-155B-2DD8-9B1B-7BAEF663ADA4}"/>
          </ac:spMkLst>
        </pc:spChg>
        <pc:spChg chg="add mod">
          <ac:chgData name="陳薇羽" userId="S::10402059@ncku.edu.tw::45fa0522-0632-4f75-886d-ebf74099e4ed" providerId="AD" clId="Web-{5F8D521B-F476-D53C-DE59-E037B90743F5}" dt="2024-02-21T22:37:33.630" v="40" actId="1076"/>
          <ac:spMkLst>
            <pc:docMk/>
            <pc:sldMk cId="703126299" sldId="287"/>
            <ac:spMk id="28" creationId="{5C5506C9-3272-2437-46ED-FB066E020180}"/>
          </ac:spMkLst>
        </pc:spChg>
        <pc:picChg chg="add del">
          <ac:chgData name="陳薇羽" userId="S::10402059@ncku.edu.tw::45fa0522-0632-4f75-886d-ebf74099e4ed" providerId="AD" clId="Web-{5F8D521B-F476-D53C-DE59-E037B90743F5}" dt="2024-02-21T22:07:25.568" v="7"/>
          <ac:picMkLst>
            <pc:docMk/>
            <pc:sldMk cId="703126299" sldId="287"/>
            <ac:picMk id="4" creationId="{8D7F042D-6133-B8D5-99FE-7B16EE70E015}"/>
          </ac:picMkLst>
        </pc:picChg>
        <pc:picChg chg="add del">
          <ac:chgData name="陳薇羽" userId="S::10402059@ncku.edu.tw::45fa0522-0632-4f75-886d-ebf74099e4ed" providerId="AD" clId="Web-{5F8D521B-F476-D53C-DE59-E037B90743F5}" dt="2024-02-21T22:07:49.162" v="12"/>
          <ac:picMkLst>
            <pc:docMk/>
            <pc:sldMk cId="703126299" sldId="287"/>
            <ac:picMk id="9" creationId="{2108B4BA-B4DF-CF77-66F8-BBB9CEE39CC0}"/>
          </ac:picMkLst>
        </pc:picChg>
        <pc:picChg chg="add del">
          <ac:chgData name="陳薇羽" userId="S::10402059@ncku.edu.tw::45fa0522-0632-4f75-886d-ebf74099e4ed" providerId="AD" clId="Web-{5F8D521B-F476-D53C-DE59-E037B90743F5}" dt="2024-02-21T22:07:53.100" v="14"/>
          <ac:picMkLst>
            <pc:docMk/>
            <pc:sldMk cId="703126299" sldId="287"/>
            <ac:picMk id="13" creationId="{FA39A46E-710D-5557-992A-5AF1293FC102}"/>
          </ac:picMkLst>
        </pc:picChg>
        <pc:picChg chg="add del">
          <ac:chgData name="陳薇羽" userId="S::10402059@ncku.edu.tw::45fa0522-0632-4f75-886d-ebf74099e4ed" providerId="AD" clId="Web-{5F8D521B-F476-D53C-DE59-E037B90743F5}" dt="2024-02-21T22:12:16.073" v="36"/>
          <ac:picMkLst>
            <pc:docMk/>
            <pc:sldMk cId="703126299" sldId="287"/>
            <ac:picMk id="17" creationId="{90065EC6-EB52-11AF-49C6-8EBA74737B1F}"/>
          </ac:picMkLst>
        </pc:picChg>
        <pc:picChg chg="add del">
          <ac:chgData name="陳薇羽" userId="S::10402059@ncku.edu.tw::45fa0522-0632-4f75-886d-ebf74099e4ed" providerId="AD" clId="Web-{5F8D521B-F476-D53C-DE59-E037B90743F5}" dt="2024-02-21T22:12:16.073" v="32"/>
          <ac:picMkLst>
            <pc:docMk/>
            <pc:sldMk cId="703126299" sldId="287"/>
            <ac:picMk id="21" creationId="{B5D0FEDA-F965-A5DF-031E-D6C344CB14C0}"/>
          </ac:picMkLst>
        </pc:picChg>
        <pc:picChg chg="add">
          <ac:chgData name="陳薇羽" userId="S::10402059@ncku.edu.tw::45fa0522-0632-4f75-886d-ebf74099e4ed" providerId="AD" clId="Web-{5F8D521B-F476-D53C-DE59-E037B90743F5}" dt="2024-02-21T22:12:48.323" v="37"/>
          <ac:picMkLst>
            <pc:docMk/>
            <pc:sldMk cId="703126299" sldId="287"/>
            <ac:picMk id="25" creationId="{65FD58F5-E122-C548-2954-F2FF4F48608A}"/>
          </ac:picMkLst>
        </pc:picChg>
      </pc:sldChg>
      <pc:sldChg chg="new del">
        <pc:chgData name="陳薇羽" userId="S::10402059@ncku.edu.tw::45fa0522-0632-4f75-886d-ebf74099e4ed" providerId="AD" clId="Web-{5F8D521B-F476-D53C-DE59-E037B90743F5}" dt="2024-02-21T22:06:53.583" v="1"/>
        <pc:sldMkLst>
          <pc:docMk/>
          <pc:sldMk cId="2975281755" sldId="2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51342" y="0"/>
            <a:ext cx="2946347" cy="498215"/>
          </a:xfrm>
          <a:prstGeom prst="rect">
            <a:avLst/>
          </a:prstGeom>
        </p:spPr>
        <p:txBody>
          <a:bodyPr vert="horz" lIns="91440" tIns="45720" rIns="91440" bIns="45720" rtlCol="0"/>
          <a:lstStyle>
            <a:lvl1pPr algn="r">
              <a:defRPr sz="1200"/>
            </a:lvl1pPr>
          </a:lstStyle>
          <a:p>
            <a:fld id="{C0808DEF-4574-BC4A-A3B1-7CE4CDE7E632}" type="datetimeFigureOut">
              <a:rPr kumimoji="1" lang="zh-TW" altLang="en-US" smtClean="0"/>
              <a:t>2024/3/12</a:t>
            </a:fld>
            <a:endParaRPr kumimoji="1" lang="zh-TW" altLang="en-US"/>
          </a:p>
        </p:txBody>
      </p:sp>
      <p:sp>
        <p:nvSpPr>
          <p:cNvPr id="4" name="投影片影像版面配置區 3"/>
          <p:cNvSpPr>
            <a:spLocks noGrp="1" noRot="1" noChangeAspect="1"/>
          </p:cNvSpPr>
          <p:nvPr>
            <p:ph type="sldImg" idx="2"/>
          </p:nvPr>
        </p:nvSpPr>
        <p:spPr>
          <a:xfrm>
            <a:off x="2143125" y="1241425"/>
            <a:ext cx="2513013" cy="3351213"/>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79927" y="4778722"/>
            <a:ext cx="5439410" cy="3909864"/>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9431600"/>
            <a:ext cx="2946347" cy="498214"/>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51342" y="9431600"/>
            <a:ext cx="2946347" cy="498214"/>
          </a:xfrm>
          <a:prstGeom prst="rect">
            <a:avLst/>
          </a:prstGeom>
        </p:spPr>
        <p:txBody>
          <a:bodyPr vert="horz" lIns="91440" tIns="45720" rIns="91440" bIns="45720" rtlCol="0" anchor="b"/>
          <a:lstStyle>
            <a:lvl1pPr algn="r">
              <a:defRPr sz="1200"/>
            </a:lvl1pPr>
          </a:lstStyle>
          <a:p>
            <a:fld id="{DF83ACBD-796D-8C4A-BB89-168480295F18}" type="slidenum">
              <a:rPr kumimoji="1" lang="zh-TW" altLang="en-US" smtClean="0"/>
              <a:t>‹#›</a:t>
            </a:fld>
            <a:endParaRPr kumimoji="1" lang="zh-TW" altLang="en-US"/>
          </a:p>
        </p:txBody>
      </p:sp>
    </p:spTree>
    <p:extLst>
      <p:ext uri="{BB962C8B-B14F-4D97-AF65-F5344CB8AC3E}">
        <p14:creationId xmlns:p14="http://schemas.microsoft.com/office/powerpoint/2010/main" val="2863879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zh-TW" altLang="en-US"/>
              <a:t>按一下以編輯母片標題樣式</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D46F23BD-2632-654B-BC01-846E6BFB0AD8}" type="datetimeFigureOut">
              <a:rPr kumimoji="1" lang="zh-TW" altLang="en-US" smtClean="0"/>
              <a:t>2024/3/12</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3B708DC7-E52D-784D-9ABA-241A181937AE}" type="slidenum">
              <a:rPr kumimoji="1" lang="zh-TW" altLang="en-US" smtClean="0"/>
              <a:t>‹#›</a:t>
            </a:fld>
            <a:endParaRPr kumimoji="1" lang="zh-TW" altLang="en-US"/>
          </a:p>
        </p:txBody>
      </p:sp>
    </p:spTree>
    <p:extLst>
      <p:ext uri="{BB962C8B-B14F-4D97-AF65-F5344CB8AC3E}">
        <p14:creationId xmlns:p14="http://schemas.microsoft.com/office/powerpoint/2010/main" val="3720471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
第二層
第三層
第四層
第五層</a:t>
            </a:r>
            <a:endParaRPr lang="en-US" dirty="0"/>
          </a:p>
        </p:txBody>
      </p:sp>
      <p:sp>
        <p:nvSpPr>
          <p:cNvPr id="4" name="Date Placeholder 3"/>
          <p:cNvSpPr>
            <a:spLocks noGrp="1"/>
          </p:cNvSpPr>
          <p:nvPr>
            <p:ph type="dt" sz="half" idx="10"/>
          </p:nvPr>
        </p:nvSpPr>
        <p:spPr/>
        <p:txBody>
          <a:bodyPr/>
          <a:lstStyle/>
          <a:p>
            <a:fld id="{D46F23BD-2632-654B-BC01-846E6BFB0AD8}" type="datetimeFigureOut">
              <a:rPr kumimoji="1" lang="zh-TW" altLang="en-US" smtClean="0"/>
              <a:t>2024/3/12</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3B708DC7-E52D-784D-9ABA-241A181937AE}" type="slidenum">
              <a:rPr kumimoji="1" lang="zh-TW" altLang="en-US" smtClean="0"/>
              <a:t>‹#›</a:t>
            </a:fld>
            <a:endParaRPr kumimoji="1" lang="zh-TW" altLang="en-US"/>
          </a:p>
        </p:txBody>
      </p:sp>
    </p:spTree>
    <p:extLst>
      <p:ext uri="{BB962C8B-B14F-4D97-AF65-F5344CB8AC3E}">
        <p14:creationId xmlns:p14="http://schemas.microsoft.com/office/powerpoint/2010/main" val="199324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zh-TW" altLang="en-US"/>
              <a:t>按一下以編輯母片標題樣式</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TW" altLang="en-US"/>
              <a:t>編輯母片文字樣式
第二層
第三層
第四層
第五層</a:t>
            </a:r>
            <a:endParaRPr lang="en-US" dirty="0"/>
          </a:p>
        </p:txBody>
      </p:sp>
      <p:sp>
        <p:nvSpPr>
          <p:cNvPr id="4" name="Date Placeholder 3"/>
          <p:cNvSpPr>
            <a:spLocks noGrp="1"/>
          </p:cNvSpPr>
          <p:nvPr>
            <p:ph type="dt" sz="half" idx="10"/>
          </p:nvPr>
        </p:nvSpPr>
        <p:spPr/>
        <p:txBody>
          <a:bodyPr/>
          <a:lstStyle/>
          <a:p>
            <a:fld id="{D46F23BD-2632-654B-BC01-846E6BFB0AD8}" type="datetimeFigureOut">
              <a:rPr kumimoji="1" lang="zh-TW" altLang="en-US" smtClean="0"/>
              <a:t>2024/3/12</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3B708DC7-E52D-784D-9ABA-241A181937AE}" type="slidenum">
              <a:rPr kumimoji="1" lang="zh-TW" altLang="en-US" smtClean="0"/>
              <a:t>‹#›</a:t>
            </a:fld>
            <a:endParaRPr kumimoji="1" lang="zh-TW" altLang="en-US"/>
          </a:p>
        </p:txBody>
      </p:sp>
    </p:spTree>
    <p:extLst>
      <p:ext uri="{BB962C8B-B14F-4D97-AF65-F5344CB8AC3E}">
        <p14:creationId xmlns:p14="http://schemas.microsoft.com/office/powerpoint/2010/main" val="1263021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zh-TW" altLang="en-US"/>
              <a:t>編輯母片文字樣式
第二層
第三層
第四層
第五層</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zh-TW" altLang="en-US"/>
              <a:t>編輯母片文字樣式
第二層
第三層
第四層
第五層</a:t>
            </a:r>
            <a:endParaRPr lang="en-US" dirty="0"/>
          </a:p>
        </p:txBody>
      </p:sp>
      <p:sp>
        <p:nvSpPr>
          <p:cNvPr id="5" name="Date Placeholder 4"/>
          <p:cNvSpPr>
            <a:spLocks noGrp="1"/>
          </p:cNvSpPr>
          <p:nvPr>
            <p:ph type="dt" sz="half" idx="10"/>
          </p:nvPr>
        </p:nvSpPr>
        <p:spPr/>
        <p:txBody>
          <a:bodyPr/>
          <a:lstStyle/>
          <a:p>
            <a:fld id="{D46F23BD-2632-654B-BC01-846E6BFB0AD8}" type="datetimeFigureOut">
              <a:rPr kumimoji="1" lang="zh-TW" altLang="en-US" smtClean="0"/>
              <a:t>2024/3/12</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3B708DC7-E52D-784D-9ABA-241A181937AE}" type="slidenum">
              <a:rPr kumimoji="1" lang="zh-TW" altLang="en-US" smtClean="0"/>
              <a:t>‹#›</a:t>
            </a:fld>
            <a:endParaRPr kumimoji="1" lang="zh-TW" altLang="en-US"/>
          </a:p>
        </p:txBody>
      </p:sp>
    </p:spTree>
    <p:extLst>
      <p:ext uri="{BB962C8B-B14F-4D97-AF65-F5344CB8AC3E}">
        <p14:creationId xmlns:p14="http://schemas.microsoft.com/office/powerpoint/2010/main" val="404224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a:t>編輯母片文字樣式
第二層
第三層
第四層
第五層</a:t>
            </a:r>
            <a:endParaRPr lang="en-US" dirty="0"/>
          </a:p>
        </p:txBody>
      </p:sp>
      <p:sp>
        <p:nvSpPr>
          <p:cNvPr id="4" name="Content Placeholder 3"/>
          <p:cNvSpPr>
            <a:spLocks noGrp="1"/>
          </p:cNvSpPr>
          <p:nvPr>
            <p:ph sz="half" idx="2"/>
          </p:nvPr>
        </p:nvSpPr>
        <p:spPr>
          <a:xfrm>
            <a:off x="472381" y="3340100"/>
            <a:ext cx="2901255" cy="4912784"/>
          </a:xfrm>
        </p:spPr>
        <p:txBody>
          <a:bodyPr/>
          <a:lstStyle/>
          <a:p>
            <a:pPr lvl="0"/>
            <a:r>
              <a:rPr lang="zh-TW" altLang="en-US"/>
              <a:t>編輯母片文字樣式
第二層
第三層
第四層
第五層</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a:t>編輯母片文字樣式
第二層
第三層
第四層
第五層</a:t>
            </a:r>
            <a:endParaRPr lang="en-US" dirty="0"/>
          </a:p>
        </p:txBody>
      </p:sp>
      <p:sp>
        <p:nvSpPr>
          <p:cNvPr id="6" name="Content Placeholder 5"/>
          <p:cNvSpPr>
            <a:spLocks noGrp="1"/>
          </p:cNvSpPr>
          <p:nvPr>
            <p:ph sz="quarter" idx="4"/>
          </p:nvPr>
        </p:nvSpPr>
        <p:spPr>
          <a:xfrm>
            <a:off x="3471863" y="3340100"/>
            <a:ext cx="2915543" cy="4912784"/>
          </a:xfrm>
        </p:spPr>
        <p:txBody>
          <a:bodyPr/>
          <a:lstStyle/>
          <a:p>
            <a:pPr lvl="0"/>
            <a:r>
              <a:rPr lang="zh-TW" altLang="en-US"/>
              <a:t>編輯母片文字樣式
第二層
第三層
第四層
第五層</a:t>
            </a:r>
            <a:endParaRPr lang="en-US" dirty="0"/>
          </a:p>
        </p:txBody>
      </p:sp>
      <p:sp>
        <p:nvSpPr>
          <p:cNvPr id="7" name="Date Placeholder 6"/>
          <p:cNvSpPr>
            <a:spLocks noGrp="1"/>
          </p:cNvSpPr>
          <p:nvPr>
            <p:ph type="dt" sz="half" idx="10"/>
          </p:nvPr>
        </p:nvSpPr>
        <p:spPr/>
        <p:txBody>
          <a:bodyPr/>
          <a:lstStyle/>
          <a:p>
            <a:fld id="{D46F23BD-2632-654B-BC01-846E6BFB0AD8}" type="datetimeFigureOut">
              <a:rPr kumimoji="1" lang="zh-TW" altLang="en-US" smtClean="0"/>
              <a:t>2024/3/12</a:t>
            </a:fld>
            <a:endParaRPr kumimoji="1" lang="zh-TW" altLang="en-US"/>
          </a:p>
        </p:txBody>
      </p:sp>
      <p:sp>
        <p:nvSpPr>
          <p:cNvPr id="8" name="Footer Placeholder 7"/>
          <p:cNvSpPr>
            <a:spLocks noGrp="1"/>
          </p:cNvSpPr>
          <p:nvPr>
            <p:ph type="ftr" sz="quarter" idx="11"/>
          </p:nvPr>
        </p:nvSpPr>
        <p:spPr/>
        <p:txBody>
          <a:bodyPr/>
          <a:lstStyle/>
          <a:p>
            <a:endParaRPr kumimoji="1" lang="zh-TW" altLang="en-US"/>
          </a:p>
        </p:txBody>
      </p:sp>
      <p:sp>
        <p:nvSpPr>
          <p:cNvPr id="9" name="Slide Number Placeholder 8"/>
          <p:cNvSpPr>
            <a:spLocks noGrp="1"/>
          </p:cNvSpPr>
          <p:nvPr>
            <p:ph type="sldNum" sz="quarter" idx="12"/>
          </p:nvPr>
        </p:nvSpPr>
        <p:spPr/>
        <p:txBody>
          <a:bodyPr/>
          <a:lstStyle/>
          <a:p>
            <a:fld id="{3B708DC7-E52D-784D-9ABA-241A181937AE}" type="slidenum">
              <a:rPr kumimoji="1" lang="zh-TW" altLang="en-US" smtClean="0"/>
              <a:t>‹#›</a:t>
            </a:fld>
            <a:endParaRPr kumimoji="1" lang="zh-TW" altLang="en-US"/>
          </a:p>
        </p:txBody>
      </p:sp>
    </p:spTree>
    <p:extLst>
      <p:ext uri="{BB962C8B-B14F-4D97-AF65-F5344CB8AC3E}">
        <p14:creationId xmlns:p14="http://schemas.microsoft.com/office/powerpoint/2010/main" val="4291124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D46F23BD-2632-654B-BC01-846E6BFB0AD8}" type="datetimeFigureOut">
              <a:rPr kumimoji="1" lang="zh-TW" altLang="en-US" smtClean="0"/>
              <a:t>2024/3/12</a:t>
            </a:fld>
            <a:endParaRPr kumimoji="1" lang="zh-TW" altLang="en-US"/>
          </a:p>
        </p:txBody>
      </p:sp>
      <p:sp>
        <p:nvSpPr>
          <p:cNvPr id="4" name="Footer Placeholder 3"/>
          <p:cNvSpPr>
            <a:spLocks noGrp="1"/>
          </p:cNvSpPr>
          <p:nvPr>
            <p:ph type="ftr" sz="quarter" idx="11"/>
          </p:nvPr>
        </p:nvSpPr>
        <p:spPr/>
        <p:txBody>
          <a:bodyPr/>
          <a:lstStyle/>
          <a:p>
            <a:endParaRPr kumimoji="1" lang="zh-TW" altLang="en-US"/>
          </a:p>
        </p:txBody>
      </p:sp>
      <p:sp>
        <p:nvSpPr>
          <p:cNvPr id="5" name="Slide Number Placeholder 4"/>
          <p:cNvSpPr>
            <a:spLocks noGrp="1"/>
          </p:cNvSpPr>
          <p:nvPr>
            <p:ph type="sldNum" sz="quarter" idx="12"/>
          </p:nvPr>
        </p:nvSpPr>
        <p:spPr/>
        <p:txBody>
          <a:bodyPr/>
          <a:lstStyle/>
          <a:p>
            <a:fld id="{3B708DC7-E52D-784D-9ABA-241A181937AE}" type="slidenum">
              <a:rPr kumimoji="1" lang="zh-TW" altLang="en-US" smtClean="0"/>
              <a:t>‹#›</a:t>
            </a:fld>
            <a:endParaRPr kumimoji="1" lang="zh-TW" altLang="en-US"/>
          </a:p>
        </p:txBody>
      </p:sp>
    </p:spTree>
    <p:extLst>
      <p:ext uri="{BB962C8B-B14F-4D97-AF65-F5344CB8AC3E}">
        <p14:creationId xmlns:p14="http://schemas.microsoft.com/office/powerpoint/2010/main" val="3645072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6F23BD-2632-654B-BC01-846E6BFB0AD8}" type="datetimeFigureOut">
              <a:rPr kumimoji="1" lang="zh-TW" altLang="en-US" smtClean="0"/>
              <a:t>2024/3/12</a:t>
            </a:fld>
            <a:endParaRPr kumimoji="1" lang="zh-TW" altLang="en-US"/>
          </a:p>
        </p:txBody>
      </p:sp>
      <p:sp>
        <p:nvSpPr>
          <p:cNvPr id="3" name="Footer Placeholder 2"/>
          <p:cNvSpPr>
            <a:spLocks noGrp="1"/>
          </p:cNvSpPr>
          <p:nvPr>
            <p:ph type="ftr" sz="quarter" idx="11"/>
          </p:nvPr>
        </p:nvSpPr>
        <p:spPr/>
        <p:txBody>
          <a:bodyPr/>
          <a:lstStyle/>
          <a:p>
            <a:endParaRPr kumimoji="1" lang="zh-TW" altLang="en-US"/>
          </a:p>
        </p:txBody>
      </p:sp>
      <p:sp>
        <p:nvSpPr>
          <p:cNvPr id="4" name="Slide Number Placeholder 3"/>
          <p:cNvSpPr>
            <a:spLocks noGrp="1"/>
          </p:cNvSpPr>
          <p:nvPr>
            <p:ph type="sldNum" sz="quarter" idx="12"/>
          </p:nvPr>
        </p:nvSpPr>
        <p:spPr/>
        <p:txBody>
          <a:bodyPr/>
          <a:lstStyle/>
          <a:p>
            <a:fld id="{3B708DC7-E52D-784D-9ABA-241A181937AE}" type="slidenum">
              <a:rPr kumimoji="1" lang="zh-TW" altLang="en-US" smtClean="0"/>
              <a:t>‹#›</a:t>
            </a:fld>
            <a:endParaRPr kumimoji="1" lang="zh-TW" altLang="en-US"/>
          </a:p>
        </p:txBody>
      </p:sp>
    </p:spTree>
    <p:extLst>
      <p:ext uri="{BB962C8B-B14F-4D97-AF65-F5344CB8AC3E}">
        <p14:creationId xmlns:p14="http://schemas.microsoft.com/office/powerpoint/2010/main" val="3746834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zh-TW" altLang="en-US"/>
              <a:t>按一下以編輯母片標題樣式</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TW" altLang="en-US"/>
              <a:t>編輯母片文字樣式
第二層
第三層
第四層
第五層</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a:t>編輯母片文字樣式
第二層
第三層
第四層
第五層</a:t>
            </a:r>
            <a:endParaRPr lang="en-US" dirty="0"/>
          </a:p>
        </p:txBody>
      </p:sp>
      <p:sp>
        <p:nvSpPr>
          <p:cNvPr id="5" name="Date Placeholder 4"/>
          <p:cNvSpPr>
            <a:spLocks noGrp="1"/>
          </p:cNvSpPr>
          <p:nvPr>
            <p:ph type="dt" sz="half" idx="10"/>
          </p:nvPr>
        </p:nvSpPr>
        <p:spPr/>
        <p:txBody>
          <a:bodyPr/>
          <a:lstStyle/>
          <a:p>
            <a:fld id="{D46F23BD-2632-654B-BC01-846E6BFB0AD8}" type="datetimeFigureOut">
              <a:rPr kumimoji="1" lang="zh-TW" altLang="en-US" smtClean="0"/>
              <a:t>2024/3/12</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3B708DC7-E52D-784D-9ABA-241A181937AE}" type="slidenum">
              <a:rPr kumimoji="1" lang="zh-TW" altLang="en-US" smtClean="0"/>
              <a:t>‹#›</a:t>
            </a:fld>
            <a:endParaRPr kumimoji="1" lang="zh-TW" altLang="en-US"/>
          </a:p>
        </p:txBody>
      </p:sp>
    </p:spTree>
    <p:extLst>
      <p:ext uri="{BB962C8B-B14F-4D97-AF65-F5344CB8AC3E}">
        <p14:creationId xmlns:p14="http://schemas.microsoft.com/office/powerpoint/2010/main" val="2376432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TW" altLang="en-US"/>
              <a:t>按一下圖示以新增圖片</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a:t>編輯母片文字樣式
第二層
第三層
第四層
第五層</a:t>
            </a:r>
            <a:endParaRPr lang="en-US" dirty="0"/>
          </a:p>
        </p:txBody>
      </p:sp>
      <p:sp>
        <p:nvSpPr>
          <p:cNvPr id="5" name="Date Placeholder 4"/>
          <p:cNvSpPr>
            <a:spLocks noGrp="1"/>
          </p:cNvSpPr>
          <p:nvPr>
            <p:ph type="dt" sz="half" idx="10"/>
          </p:nvPr>
        </p:nvSpPr>
        <p:spPr/>
        <p:txBody>
          <a:bodyPr/>
          <a:lstStyle/>
          <a:p>
            <a:fld id="{D46F23BD-2632-654B-BC01-846E6BFB0AD8}" type="datetimeFigureOut">
              <a:rPr kumimoji="1" lang="zh-TW" altLang="en-US" smtClean="0"/>
              <a:t>2024/3/12</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3B708DC7-E52D-784D-9ABA-241A181937AE}" type="slidenum">
              <a:rPr kumimoji="1" lang="zh-TW" altLang="en-US" smtClean="0"/>
              <a:t>‹#›</a:t>
            </a:fld>
            <a:endParaRPr kumimoji="1" lang="zh-TW" altLang="en-US"/>
          </a:p>
        </p:txBody>
      </p:sp>
    </p:spTree>
    <p:extLst>
      <p:ext uri="{BB962C8B-B14F-4D97-AF65-F5344CB8AC3E}">
        <p14:creationId xmlns:p14="http://schemas.microsoft.com/office/powerpoint/2010/main" val="3111159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
第二層
第三層
第四層
第五層</a:t>
            </a:r>
            <a:endParaRPr lang="en-US" dirty="0"/>
          </a:p>
        </p:txBody>
      </p:sp>
      <p:sp>
        <p:nvSpPr>
          <p:cNvPr id="4" name="Date Placeholder 3"/>
          <p:cNvSpPr>
            <a:spLocks noGrp="1"/>
          </p:cNvSpPr>
          <p:nvPr>
            <p:ph type="dt" sz="half" idx="10"/>
          </p:nvPr>
        </p:nvSpPr>
        <p:spPr/>
        <p:txBody>
          <a:bodyPr/>
          <a:lstStyle/>
          <a:p>
            <a:fld id="{D46F23BD-2632-654B-BC01-846E6BFB0AD8}" type="datetimeFigureOut">
              <a:rPr kumimoji="1" lang="zh-TW" altLang="en-US" smtClean="0"/>
              <a:t>2024/3/12</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3B708DC7-E52D-784D-9ABA-241A181937AE}" type="slidenum">
              <a:rPr kumimoji="1" lang="zh-TW" altLang="en-US" smtClean="0"/>
              <a:t>‹#›</a:t>
            </a:fld>
            <a:endParaRPr kumimoji="1" lang="zh-TW" altLang="en-US"/>
          </a:p>
        </p:txBody>
      </p:sp>
    </p:spTree>
    <p:extLst>
      <p:ext uri="{BB962C8B-B14F-4D97-AF65-F5344CB8AC3E}">
        <p14:creationId xmlns:p14="http://schemas.microsoft.com/office/powerpoint/2010/main" val="743590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zh-TW" altLang="en-US"/>
              <a:t>編輯母片文字樣式
第二層
第三層
第四層
第五層</a:t>
            </a:r>
            <a:endParaRPr lang="en-US" dirty="0"/>
          </a:p>
        </p:txBody>
      </p:sp>
      <p:sp>
        <p:nvSpPr>
          <p:cNvPr id="4" name="Date Placeholder 3"/>
          <p:cNvSpPr>
            <a:spLocks noGrp="1"/>
          </p:cNvSpPr>
          <p:nvPr>
            <p:ph type="dt" sz="half" idx="10"/>
          </p:nvPr>
        </p:nvSpPr>
        <p:spPr/>
        <p:txBody>
          <a:bodyPr/>
          <a:lstStyle/>
          <a:p>
            <a:fld id="{D46F23BD-2632-654B-BC01-846E6BFB0AD8}" type="datetimeFigureOut">
              <a:rPr kumimoji="1" lang="zh-TW" altLang="en-US" smtClean="0"/>
              <a:t>2024/3/12</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3B708DC7-E52D-784D-9ABA-241A181937AE}" type="slidenum">
              <a:rPr kumimoji="1" lang="zh-TW" altLang="en-US" smtClean="0"/>
              <a:t>‹#›</a:t>
            </a:fld>
            <a:endParaRPr kumimoji="1" lang="zh-TW" altLang="en-US"/>
          </a:p>
        </p:txBody>
      </p:sp>
    </p:spTree>
    <p:extLst>
      <p:ext uri="{BB962C8B-B14F-4D97-AF65-F5344CB8AC3E}">
        <p14:creationId xmlns:p14="http://schemas.microsoft.com/office/powerpoint/2010/main" val="4257556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zh-TW" altLang="en-US"/>
              <a:t>編輯母片文字樣式
第二層
第三層
第四層
第五層</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75000"/>
                  </a:schemeClr>
                </a:solidFill>
              </a:defRPr>
            </a:lvl1pPr>
          </a:lstStyle>
          <a:p>
            <a:fld id="{D46F23BD-2632-654B-BC01-846E6BFB0AD8}" type="datetimeFigureOut">
              <a:rPr kumimoji="1" lang="zh-TW" altLang="en-US" smtClean="0"/>
              <a:t>2024/3/12</a:t>
            </a:fld>
            <a:endParaRPr kumimoji="1" lang="zh-TW" alt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kumimoji="1" lang="zh-TW" alt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75000"/>
                  </a:schemeClr>
                </a:solidFill>
              </a:defRPr>
            </a:lvl1pPr>
          </a:lstStyle>
          <a:p>
            <a:fld id="{3B708DC7-E52D-784D-9ABA-241A181937AE}" type="slidenum">
              <a:rPr kumimoji="1" lang="zh-TW" altLang="en-US" smtClean="0"/>
              <a:t>‹#›</a:t>
            </a:fld>
            <a:endParaRPr kumimoji="1" lang="zh-TW" altLang="en-US"/>
          </a:p>
        </p:txBody>
      </p:sp>
    </p:spTree>
    <p:extLst>
      <p:ext uri="{BB962C8B-B14F-4D97-AF65-F5344CB8AC3E}">
        <p14:creationId xmlns:p14="http://schemas.microsoft.com/office/powerpoint/2010/main" val="14245134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字方塊 7">
            <a:extLst>
              <a:ext uri="{FF2B5EF4-FFF2-40B4-BE49-F238E27FC236}">
                <a16:creationId xmlns:a16="http://schemas.microsoft.com/office/drawing/2014/main" xmlns="" id="{2DBD48DF-F095-F0B0-0EF0-0F2CFA277EB2}"/>
              </a:ext>
            </a:extLst>
          </p:cNvPr>
          <p:cNvSpPr txBox="1"/>
          <p:nvPr/>
        </p:nvSpPr>
        <p:spPr>
          <a:xfrm>
            <a:off x="767041" y="5531289"/>
            <a:ext cx="5605472" cy="461665"/>
          </a:xfrm>
          <a:prstGeom prst="rect">
            <a:avLst/>
          </a:prstGeom>
          <a:noFill/>
        </p:spPr>
        <p:txBody>
          <a:bodyPr wrap="square" rtlCol="0">
            <a:spAutoFit/>
          </a:bodyPr>
          <a:lstStyle/>
          <a:p>
            <a:r>
              <a:rPr kumimoji="1" lang="en-US" altLang="zh-TW" sz="1200" dirty="0">
                <a:latin typeface="Times New Roman" panose="02020603050405020304" pitchFamily="18" charset="0"/>
                <a:cs typeface="Times New Roman" panose="02020603050405020304" pitchFamily="18" charset="0"/>
              </a:rPr>
              <a:t>Figure S1. Non-metric multidimensional scaling (NMDS) ordination of taxonomic profiles of the samples in this study.   </a:t>
            </a:r>
            <a:endParaRPr kumimoji="1" lang="zh-TW" altLang="en-US" sz="1200"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rotWithShape="1">
          <a:blip r:embed="rId2"/>
          <a:srcRect t="9021" r="6584"/>
          <a:stretch/>
        </p:blipFill>
        <p:spPr>
          <a:xfrm>
            <a:off x="1368257" y="2083980"/>
            <a:ext cx="3743980" cy="3264197"/>
          </a:xfrm>
          <a:prstGeom prst="rect">
            <a:avLst/>
          </a:prstGeom>
        </p:spPr>
      </p:pic>
    </p:spTree>
    <p:extLst>
      <p:ext uri="{BB962C8B-B14F-4D97-AF65-F5344CB8AC3E}">
        <p14:creationId xmlns:p14="http://schemas.microsoft.com/office/powerpoint/2010/main" val="96346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descr="一張含有 螢幕擷取畫面, 綠色 的圖片&#10;&#10;自動產生的描述">
            <a:extLst>
              <a:ext uri="{FF2B5EF4-FFF2-40B4-BE49-F238E27FC236}">
                <a16:creationId xmlns:a16="http://schemas.microsoft.com/office/drawing/2014/main" xmlns="" id="{9989B688-08CF-DE0B-9D11-DFAB030F4623}"/>
              </a:ext>
            </a:extLst>
          </p:cNvPr>
          <p:cNvPicPr>
            <a:picLocks noChangeAspect="1"/>
          </p:cNvPicPr>
          <p:nvPr/>
        </p:nvPicPr>
        <p:blipFill>
          <a:blip r:embed="rId2"/>
          <a:stretch>
            <a:fillRect/>
          </a:stretch>
        </p:blipFill>
        <p:spPr>
          <a:xfrm>
            <a:off x="0" y="1219552"/>
            <a:ext cx="6496595" cy="5138861"/>
          </a:xfrm>
          <a:prstGeom prst="rect">
            <a:avLst/>
          </a:prstGeom>
        </p:spPr>
      </p:pic>
      <p:sp>
        <p:nvSpPr>
          <p:cNvPr id="11" name="文字方塊 10">
            <a:extLst>
              <a:ext uri="{FF2B5EF4-FFF2-40B4-BE49-F238E27FC236}">
                <a16:creationId xmlns:a16="http://schemas.microsoft.com/office/drawing/2014/main" xmlns="" id="{7783A17D-AE5D-0B9C-6846-5EF5574B9048}"/>
              </a:ext>
            </a:extLst>
          </p:cNvPr>
          <p:cNvSpPr txBox="1"/>
          <p:nvPr/>
        </p:nvSpPr>
        <p:spPr>
          <a:xfrm>
            <a:off x="409303" y="6438954"/>
            <a:ext cx="6174378" cy="1569660"/>
          </a:xfrm>
          <a:prstGeom prst="rect">
            <a:avLst/>
          </a:prstGeom>
          <a:noFill/>
        </p:spPr>
        <p:txBody>
          <a:bodyPr wrap="square" rtlCol="0">
            <a:spAutoFit/>
          </a:bodyPr>
          <a:lstStyle/>
          <a:p>
            <a:r>
              <a:rPr kumimoji="1" lang="en-US" altLang="zh-TW" sz="1200" dirty="0">
                <a:latin typeface="Times New Roman" panose="02020603050405020304" pitchFamily="18" charset="0"/>
                <a:cs typeface="Times New Roman" panose="02020603050405020304" pitchFamily="18" charset="0"/>
              </a:rPr>
              <a:t>Figure S2. Heatmap illustrating the distribution of relative abundance of bacterial genera detected in influent and effluent samples from WWTPs in Taiwan and Slovakia. The corresponding phylum taxa are shown at the left of the panel. Sample information refers to Table S1. WWTP site: WS, ZN, and FS designated for the sites in the central, northern, and southern in Taiwan, respectively. SVKO</a:t>
            </a:r>
            <a:r>
              <a:rPr kumimoji="1" lang="en-US" altLang="zh-TW" sz="1200" dirty="0" smtClean="0">
                <a:latin typeface="Times New Roman" panose="02020603050405020304" pitchFamily="18" charset="0"/>
                <a:cs typeface="Times New Roman" panose="02020603050405020304" pitchFamily="18" charset="0"/>
              </a:rPr>
              <a:t>, SVKY, </a:t>
            </a:r>
            <a:r>
              <a:rPr kumimoji="1" lang="en-US" altLang="zh-TW" sz="1200" dirty="0">
                <a:latin typeface="Times New Roman" panose="02020603050405020304" pitchFamily="18" charset="0"/>
                <a:cs typeface="Times New Roman" panose="02020603050405020304" pitchFamily="18" charset="0"/>
              </a:rPr>
              <a:t>and SVLI represented the sites in </a:t>
            </a:r>
            <a:r>
              <a:rPr lang="en-US" altLang="zh-TW" sz="1200" dirty="0" err="1">
                <a:latin typeface="Times New Roman" panose="02020603050405020304" pitchFamily="18" charset="0"/>
                <a:cs typeface="Times New Roman" panose="02020603050405020304" pitchFamily="18" charset="0"/>
              </a:rPr>
              <a:t>Komárno</a:t>
            </a:r>
            <a:r>
              <a:rPr kumimoji="1" lang="en-US" altLang="zh-TW" sz="1200" dirty="0" smtClean="0">
                <a:latin typeface="Times New Roman" panose="02020603050405020304" pitchFamily="18" charset="0"/>
                <a:cs typeface="Times New Roman" panose="02020603050405020304" pitchFamily="18" charset="0"/>
              </a:rPr>
              <a:t>, </a:t>
            </a:r>
            <a:r>
              <a:rPr lang="en-US" altLang="zh-TW" sz="1200" dirty="0" err="1">
                <a:latin typeface="Times New Roman" panose="02020603050405020304" pitchFamily="18" charset="0"/>
                <a:cs typeface="Times New Roman" panose="02020603050405020304" pitchFamily="18" charset="0"/>
              </a:rPr>
              <a:t>Kysucké</a:t>
            </a:r>
            <a:r>
              <a:rPr lang="en-US" altLang="zh-TW" sz="1200" dirty="0">
                <a:latin typeface="Times New Roman" panose="02020603050405020304" pitchFamily="18" charset="0"/>
                <a:cs typeface="Times New Roman" panose="02020603050405020304" pitchFamily="18" charset="0"/>
              </a:rPr>
              <a:t> </a:t>
            </a:r>
            <a:r>
              <a:rPr lang="en-US" altLang="zh-TW" sz="1200" dirty="0" err="1">
                <a:latin typeface="Times New Roman" panose="02020603050405020304" pitchFamily="18" charset="0"/>
                <a:cs typeface="Times New Roman" panose="02020603050405020304" pitchFamily="18" charset="0"/>
              </a:rPr>
              <a:t>Nové</a:t>
            </a:r>
            <a:r>
              <a:rPr lang="en-US" altLang="zh-TW" sz="1200" dirty="0">
                <a:latin typeface="Times New Roman" panose="02020603050405020304" pitchFamily="18" charset="0"/>
                <a:cs typeface="Times New Roman" panose="02020603050405020304" pitchFamily="18" charset="0"/>
              </a:rPr>
              <a:t> </a:t>
            </a:r>
            <a:r>
              <a:rPr lang="en-US" altLang="zh-TW" sz="1200" dirty="0" err="1" smtClean="0">
                <a:latin typeface="Times New Roman" panose="02020603050405020304" pitchFamily="18" charset="0"/>
                <a:cs typeface="Times New Roman" panose="02020603050405020304" pitchFamily="18" charset="0"/>
              </a:rPr>
              <a:t>Mesto</a:t>
            </a:r>
            <a:r>
              <a:rPr lang="en-US" altLang="zh-TW" sz="1200" dirty="0" smtClean="0">
                <a:latin typeface="Times New Roman" panose="02020603050405020304" pitchFamily="18" charset="0"/>
                <a:cs typeface="Times New Roman" panose="02020603050405020304" pitchFamily="18" charset="0"/>
              </a:rPr>
              <a:t>, and </a:t>
            </a:r>
            <a:r>
              <a:rPr lang="en-US" altLang="zh-TW" sz="1200" dirty="0" err="1">
                <a:latin typeface="Times New Roman" panose="02020603050405020304" pitchFamily="18" charset="0"/>
                <a:cs typeface="Times New Roman" panose="02020603050405020304" pitchFamily="18" charset="0"/>
              </a:rPr>
              <a:t>Liptovský</a:t>
            </a:r>
            <a:r>
              <a:rPr lang="en-US" altLang="zh-TW" sz="1200" dirty="0">
                <a:latin typeface="Times New Roman" panose="02020603050405020304" pitchFamily="18" charset="0"/>
                <a:cs typeface="Times New Roman" panose="02020603050405020304" pitchFamily="18" charset="0"/>
              </a:rPr>
              <a:t> </a:t>
            </a:r>
            <a:r>
              <a:rPr lang="en-US" altLang="zh-TW" sz="1200" dirty="0" err="1" smtClean="0">
                <a:latin typeface="Times New Roman" panose="02020603050405020304" pitchFamily="18" charset="0"/>
                <a:cs typeface="Times New Roman" panose="02020603050405020304" pitchFamily="18" charset="0"/>
              </a:rPr>
              <a:t>Mikuláš</a:t>
            </a:r>
            <a:r>
              <a:rPr lang="en-US" altLang="zh-TW" sz="1200" dirty="0" smtClean="0">
                <a:latin typeface="Times New Roman" panose="02020603050405020304" pitchFamily="18" charset="0"/>
                <a:cs typeface="Times New Roman" panose="02020603050405020304" pitchFamily="18" charset="0"/>
              </a:rPr>
              <a:t> </a:t>
            </a:r>
            <a:r>
              <a:rPr kumimoji="1" lang="en-US" altLang="zh-TW" sz="1200" dirty="0" smtClean="0">
                <a:latin typeface="Times New Roman" panose="02020603050405020304" pitchFamily="18" charset="0"/>
                <a:cs typeface="Times New Roman" panose="02020603050405020304" pitchFamily="18" charset="0"/>
              </a:rPr>
              <a:t>in Slovakia</a:t>
            </a:r>
            <a:r>
              <a:rPr kumimoji="1" lang="en-US" altLang="zh-TW" sz="1200" dirty="0">
                <a:latin typeface="Times New Roman" panose="02020603050405020304" pitchFamily="18" charset="0"/>
                <a:cs typeface="Times New Roman" panose="02020603050405020304" pitchFamily="18" charset="0"/>
              </a:rPr>
              <a:t>, respectively. Sample </a:t>
            </a:r>
            <a:r>
              <a:rPr kumimoji="1" lang="en-US" altLang="zh-TW" sz="1200" dirty="0" smtClean="0">
                <a:latin typeface="Times New Roman" panose="02020603050405020304" pitchFamily="18" charset="0"/>
                <a:cs typeface="Times New Roman" panose="02020603050405020304" pitchFamily="18" charset="0"/>
              </a:rPr>
              <a:t>location</a:t>
            </a:r>
            <a:r>
              <a:rPr kumimoji="1" lang="en-US" altLang="zh-TW" sz="1200" dirty="0">
                <a:latin typeface="Times New Roman" panose="02020603050405020304" pitchFamily="18" charset="0"/>
                <a:cs typeface="Times New Roman" panose="02020603050405020304" pitchFamily="18" charset="0"/>
              </a:rPr>
              <a:t>: I and E designated for the influent and effluent samples of WWTPs, respectively. Sampling year: 21 and 22 designated for the samples at 2021 and 2022, respectively. </a:t>
            </a:r>
            <a:endParaRPr kumimoji="1" lang="zh-TW" alt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32347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649801" y="1425873"/>
            <a:ext cx="5500277" cy="6259277"/>
          </a:xfrm>
          <a:prstGeom prst="rect">
            <a:avLst/>
          </a:prstGeom>
        </p:spPr>
      </p:pic>
      <p:sp>
        <p:nvSpPr>
          <p:cNvPr id="5" name="文字方塊 4"/>
          <p:cNvSpPr txBox="1"/>
          <p:nvPr/>
        </p:nvSpPr>
        <p:spPr>
          <a:xfrm>
            <a:off x="386852" y="7903490"/>
            <a:ext cx="6357937" cy="461665"/>
          </a:xfrm>
          <a:prstGeom prst="rect">
            <a:avLst/>
          </a:prstGeom>
          <a:noFill/>
        </p:spPr>
        <p:txBody>
          <a:bodyPr wrap="square" rtlCol="0">
            <a:spAutoFit/>
          </a:bodyPr>
          <a:lstStyle/>
          <a:p>
            <a:r>
              <a:rPr kumimoji="1" lang="en-US" altLang="zh-TW" sz="1200" dirty="0">
                <a:latin typeface="Times New Roman" panose="02020603050405020304" pitchFamily="18" charset="0"/>
                <a:cs typeface="Times New Roman" panose="02020603050405020304" pitchFamily="18" charset="0"/>
              </a:rPr>
              <a:t>Figure S3. Relative concentrations of ARGs categorized in corresponding drug classes in the (a) influent and (b) effluent samples of WWTPs in Taiwan and Slovakia.</a:t>
            </a:r>
            <a:endParaRPr kumimoji="1" lang="zh-TW" altLang="en-US" sz="1200" dirty="0">
              <a:latin typeface="Times New Roman" panose="02020603050405020304" pitchFamily="18" charset="0"/>
              <a:cs typeface="Times New Roman" panose="02020603050405020304" pitchFamily="18" charset="0"/>
            </a:endParaRPr>
          </a:p>
        </p:txBody>
      </p:sp>
      <p:sp>
        <p:nvSpPr>
          <p:cNvPr id="2" name="文字方塊 1"/>
          <p:cNvSpPr txBox="1"/>
          <p:nvPr/>
        </p:nvSpPr>
        <p:spPr>
          <a:xfrm>
            <a:off x="1293909" y="1746050"/>
            <a:ext cx="1420412" cy="261610"/>
          </a:xfrm>
          <a:prstGeom prst="rect">
            <a:avLst/>
          </a:prstGeom>
          <a:noFill/>
        </p:spPr>
        <p:txBody>
          <a:bodyPr wrap="square" rtlCol="0">
            <a:spAutoFit/>
          </a:bodyPr>
          <a:lstStyle/>
          <a:p>
            <a:r>
              <a:rPr kumimoji="1" lang="en-US" altLang="zh-TW" sz="1100" b="1" dirty="0">
                <a:latin typeface="Arial" panose="020B0604020202020204" pitchFamily="34" charset="0"/>
                <a:cs typeface="Arial" panose="020B0604020202020204" pitchFamily="34" charset="0"/>
              </a:rPr>
              <a:t>Influent</a:t>
            </a:r>
            <a:endParaRPr kumimoji="1" lang="zh-TW" altLang="en-US" sz="1100" b="1" dirty="0">
              <a:latin typeface="Arial" panose="020B0604020202020204" pitchFamily="34" charset="0"/>
              <a:cs typeface="Arial" panose="020B0604020202020204" pitchFamily="34" charset="0"/>
            </a:endParaRPr>
          </a:p>
        </p:txBody>
      </p:sp>
      <p:sp>
        <p:nvSpPr>
          <p:cNvPr id="3" name="文字方塊 2"/>
          <p:cNvSpPr txBox="1"/>
          <p:nvPr/>
        </p:nvSpPr>
        <p:spPr>
          <a:xfrm>
            <a:off x="1293909" y="4715600"/>
            <a:ext cx="1608779" cy="261610"/>
          </a:xfrm>
          <a:prstGeom prst="rect">
            <a:avLst/>
          </a:prstGeom>
          <a:noFill/>
        </p:spPr>
        <p:txBody>
          <a:bodyPr wrap="square" rtlCol="0">
            <a:spAutoFit/>
          </a:bodyPr>
          <a:lstStyle/>
          <a:p>
            <a:r>
              <a:rPr kumimoji="1" lang="en-US" altLang="zh-TW" sz="1100" b="1" dirty="0">
                <a:latin typeface="Arial" panose="020B0604020202020204" pitchFamily="34" charset="0"/>
                <a:cs typeface="Arial" panose="020B0604020202020204" pitchFamily="34" charset="0"/>
              </a:rPr>
              <a:t>Effluent</a:t>
            </a:r>
            <a:endParaRPr kumimoji="1" lang="zh-TW" altLang="en-US" sz="11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18096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群組 1"/>
          <p:cNvGrpSpPr/>
          <p:nvPr/>
        </p:nvGrpSpPr>
        <p:grpSpPr>
          <a:xfrm>
            <a:off x="293315" y="1269629"/>
            <a:ext cx="6212217" cy="2765926"/>
            <a:chOff x="352356" y="2360204"/>
            <a:chExt cx="6212217" cy="2765926"/>
          </a:xfrm>
        </p:grpSpPr>
        <p:pic>
          <p:nvPicPr>
            <p:cNvPr id="25" name="圖片 24" descr="一張含有 螢幕擷取畫面 的圖片&#10;&#10;自動產生的描述">
              <a:extLst>
                <a:ext uri="{FF2B5EF4-FFF2-40B4-BE49-F238E27FC236}">
                  <a16:creationId xmlns:a16="http://schemas.microsoft.com/office/drawing/2014/main" xmlns="" id="{65FD58F5-E122-C548-2954-F2FF4F48608A}"/>
                </a:ext>
              </a:extLst>
            </p:cNvPr>
            <p:cNvPicPr>
              <a:picLocks noChangeAspect="1"/>
            </p:cNvPicPr>
            <p:nvPr/>
          </p:nvPicPr>
          <p:blipFill>
            <a:blip r:embed="rId2"/>
            <a:stretch>
              <a:fillRect/>
            </a:stretch>
          </p:blipFill>
          <p:spPr>
            <a:xfrm>
              <a:off x="352356" y="2596700"/>
              <a:ext cx="6212217" cy="2529430"/>
            </a:xfrm>
            <a:prstGeom prst="rect">
              <a:avLst/>
            </a:prstGeom>
          </p:spPr>
        </p:pic>
        <p:sp>
          <p:nvSpPr>
            <p:cNvPr id="26" name="文字方塊 4">
              <a:extLst>
                <a:ext uri="{FF2B5EF4-FFF2-40B4-BE49-F238E27FC236}">
                  <a16:creationId xmlns:a16="http://schemas.microsoft.com/office/drawing/2014/main" xmlns="" id="{DBF0421C-08EB-CD2C-FE31-5074C4C245D9}"/>
                </a:ext>
              </a:extLst>
            </p:cNvPr>
            <p:cNvSpPr txBox="1"/>
            <p:nvPr/>
          </p:nvSpPr>
          <p:spPr>
            <a:xfrm>
              <a:off x="352357" y="2360204"/>
              <a:ext cx="372218" cy="276999"/>
            </a:xfrm>
            <a:prstGeom prst="rect">
              <a:avLst/>
            </a:prstGeom>
            <a:noFill/>
          </p:spPr>
          <p:txBody>
            <a:bodyPr wrap="non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TW" sz="1200" dirty="0">
                  <a:latin typeface="Arial" panose="020B0604020202020204" pitchFamily="34" charset="0"/>
                  <a:cs typeface="Arial" panose="020B0604020202020204" pitchFamily="34" charset="0"/>
                </a:rPr>
                <a:t>(a)</a:t>
              </a:r>
              <a:endParaRPr kumimoji="1" lang="zh-TW" altLang="en-US" sz="1200" dirty="0">
                <a:latin typeface="Arial" panose="020B0604020202020204" pitchFamily="34" charset="0"/>
                <a:cs typeface="Arial" panose="020B0604020202020204" pitchFamily="34" charset="0"/>
              </a:endParaRPr>
            </a:p>
          </p:txBody>
        </p:sp>
        <p:sp>
          <p:nvSpPr>
            <p:cNvPr id="27" name="文字方塊 5">
              <a:extLst>
                <a:ext uri="{FF2B5EF4-FFF2-40B4-BE49-F238E27FC236}">
                  <a16:creationId xmlns:a16="http://schemas.microsoft.com/office/drawing/2014/main" xmlns="" id="{16716756-155B-2DD8-9B1B-7BAEF663ADA4}"/>
                </a:ext>
              </a:extLst>
            </p:cNvPr>
            <p:cNvSpPr txBox="1"/>
            <p:nvPr/>
          </p:nvSpPr>
          <p:spPr>
            <a:xfrm>
              <a:off x="3399424" y="2375593"/>
              <a:ext cx="372218" cy="276999"/>
            </a:xfrm>
            <a:prstGeom prst="rect">
              <a:avLst/>
            </a:prstGeom>
            <a:noFill/>
          </p:spPr>
          <p:txBody>
            <a:bodyPr wrap="non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TW" sz="1200" dirty="0">
                  <a:latin typeface="Arial" panose="020B0604020202020204" pitchFamily="34" charset="0"/>
                  <a:cs typeface="Arial" panose="020B0604020202020204" pitchFamily="34" charset="0"/>
                </a:rPr>
                <a:t>(b)</a:t>
              </a:r>
              <a:endParaRPr kumimoji="1" lang="zh-TW" altLang="en-US" sz="1200" dirty="0">
                <a:latin typeface="Arial" panose="020B0604020202020204" pitchFamily="34" charset="0"/>
                <a:cs typeface="Arial" panose="020B0604020202020204" pitchFamily="34" charset="0"/>
              </a:endParaRPr>
            </a:p>
          </p:txBody>
        </p:sp>
      </p:grpSp>
      <p:sp>
        <p:nvSpPr>
          <p:cNvPr id="28" name="文字方塊 6">
            <a:extLst>
              <a:ext uri="{FF2B5EF4-FFF2-40B4-BE49-F238E27FC236}">
                <a16:creationId xmlns:a16="http://schemas.microsoft.com/office/drawing/2014/main" xmlns="" id="{5C5506C9-3272-2437-46ED-FB066E020180}"/>
              </a:ext>
            </a:extLst>
          </p:cNvPr>
          <p:cNvSpPr txBox="1"/>
          <p:nvPr/>
        </p:nvSpPr>
        <p:spPr>
          <a:xfrm>
            <a:off x="527508" y="3856552"/>
            <a:ext cx="5891221" cy="830997"/>
          </a:xfrm>
          <a:prstGeom prst="rect">
            <a:avLst/>
          </a:prstGeom>
          <a:noFill/>
        </p:spPr>
        <p:txBody>
          <a:bodyPr wrap="square" lIns="91440" tIns="45720" rIns="91440" bIns="45720" rtlCol="0" anchor="t">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TW" sz="1200" dirty="0">
                <a:latin typeface="Times New Roman" panose="02020603050405020304" pitchFamily="18" charset="0"/>
                <a:ea typeface="新細明體"/>
                <a:cs typeface="Times New Roman" panose="02020603050405020304" pitchFamily="18" charset="0"/>
              </a:rPr>
              <a:t>Figure S4. </a:t>
            </a:r>
            <a:r>
              <a:rPr lang="en-US" altLang="zh-TW" sz="1200" dirty="0">
                <a:effectLst/>
                <a:latin typeface="Times New Roman" panose="02020603050405020304" pitchFamily="18" charset="0"/>
                <a:ea typeface="新細明體"/>
                <a:cs typeface="Times New Roman" panose="02020603050405020304" pitchFamily="18" charset="0"/>
              </a:rPr>
              <a:t>Box plot illustrating the distribution of plasmid- or chromosomal-based core ARGs in the effluent </a:t>
            </a:r>
            <a:r>
              <a:rPr lang="en-US" altLang="zh-TW" sz="1200" dirty="0">
                <a:latin typeface="Times New Roman" panose="02020603050405020304" pitchFamily="18" charset="0"/>
                <a:ea typeface="新細明體"/>
                <a:cs typeface="Times New Roman" panose="02020603050405020304" pitchFamily="18" charset="0"/>
              </a:rPr>
              <a:t>samples </a:t>
            </a:r>
            <a:r>
              <a:rPr lang="en-US" altLang="zh-TW" sz="1200" dirty="0">
                <a:effectLst/>
                <a:latin typeface="Times New Roman" panose="02020603050405020304" pitchFamily="18" charset="0"/>
                <a:ea typeface="新細明體"/>
                <a:cs typeface="Times New Roman" panose="02020603050405020304" pitchFamily="18" charset="0"/>
              </a:rPr>
              <a:t>from (a) Taiwan and (b) Slovakia. </a:t>
            </a:r>
            <a:r>
              <a:rPr lang="en-US" altLang="zh-TW" sz="1200" i="1" dirty="0">
                <a:effectLst/>
                <a:latin typeface="Times New Roman" panose="02020603050405020304" pitchFamily="18" charset="0"/>
                <a:ea typeface="新細明體"/>
                <a:cs typeface="Times New Roman" panose="02020603050405020304" pitchFamily="18" charset="0"/>
              </a:rPr>
              <a:t>p</a:t>
            </a:r>
            <a:r>
              <a:rPr lang="en-US" altLang="zh-TW" sz="1200" dirty="0">
                <a:effectLst/>
                <a:latin typeface="Times New Roman" panose="02020603050405020304" pitchFamily="18" charset="0"/>
                <a:ea typeface="新細明體"/>
                <a:cs typeface="Times New Roman" panose="02020603050405020304" pitchFamily="18" charset="0"/>
              </a:rPr>
              <a:t>-values are annotated as follows: ns (not significant) for </a:t>
            </a:r>
            <a:r>
              <a:rPr lang="en-US" altLang="zh-TW" sz="1200" i="1" dirty="0">
                <a:effectLst/>
                <a:latin typeface="Times New Roman" panose="02020603050405020304" pitchFamily="18" charset="0"/>
                <a:ea typeface="新細明體"/>
                <a:cs typeface="Times New Roman" panose="02020603050405020304" pitchFamily="18" charset="0"/>
              </a:rPr>
              <a:t>p</a:t>
            </a:r>
            <a:r>
              <a:rPr lang="en-US" altLang="zh-TW" sz="1200" dirty="0">
                <a:effectLst/>
                <a:latin typeface="Times New Roman" panose="02020603050405020304" pitchFamily="18" charset="0"/>
                <a:ea typeface="新細明體"/>
                <a:cs typeface="Times New Roman" panose="02020603050405020304" pitchFamily="18" charset="0"/>
              </a:rPr>
              <a:t> &gt; 0.05, * for </a:t>
            </a:r>
            <a:r>
              <a:rPr lang="en-US" altLang="zh-TW" sz="1200" i="1" dirty="0">
                <a:effectLst/>
                <a:latin typeface="Times New Roman" panose="02020603050405020304" pitchFamily="18" charset="0"/>
                <a:ea typeface="新細明體"/>
                <a:cs typeface="Times New Roman" panose="02020603050405020304" pitchFamily="18" charset="0"/>
              </a:rPr>
              <a:t>p</a:t>
            </a:r>
            <a:r>
              <a:rPr lang="en-US" altLang="zh-TW" sz="1200" dirty="0">
                <a:effectLst/>
                <a:latin typeface="Times New Roman" panose="02020603050405020304" pitchFamily="18" charset="0"/>
                <a:ea typeface="新細明體"/>
                <a:cs typeface="Times New Roman" panose="02020603050405020304" pitchFamily="18" charset="0"/>
              </a:rPr>
              <a:t> &lt; 0.05, ** for </a:t>
            </a:r>
            <a:r>
              <a:rPr lang="en-US" altLang="zh-TW" sz="1200" i="1" dirty="0">
                <a:effectLst/>
                <a:latin typeface="Times New Roman" panose="02020603050405020304" pitchFamily="18" charset="0"/>
                <a:ea typeface="新細明體"/>
                <a:cs typeface="Times New Roman" panose="02020603050405020304" pitchFamily="18" charset="0"/>
              </a:rPr>
              <a:t>p</a:t>
            </a:r>
            <a:r>
              <a:rPr lang="en-US" altLang="zh-TW" sz="1200" dirty="0">
                <a:effectLst/>
                <a:latin typeface="Times New Roman" panose="02020603050405020304" pitchFamily="18" charset="0"/>
                <a:ea typeface="新細明體"/>
                <a:cs typeface="Times New Roman" panose="02020603050405020304" pitchFamily="18" charset="0"/>
              </a:rPr>
              <a:t> &lt; 0.01, *** for </a:t>
            </a:r>
            <a:r>
              <a:rPr lang="en-US" altLang="zh-TW" sz="1200" i="1" dirty="0">
                <a:effectLst/>
                <a:latin typeface="Times New Roman" panose="02020603050405020304" pitchFamily="18" charset="0"/>
                <a:ea typeface="新細明體"/>
                <a:cs typeface="Times New Roman" panose="02020603050405020304" pitchFamily="18" charset="0"/>
              </a:rPr>
              <a:t>p</a:t>
            </a:r>
            <a:r>
              <a:rPr lang="en-US" altLang="zh-TW" sz="1200" dirty="0">
                <a:effectLst/>
                <a:latin typeface="Times New Roman" panose="02020603050405020304" pitchFamily="18" charset="0"/>
                <a:ea typeface="新細明體"/>
                <a:cs typeface="Times New Roman" panose="02020603050405020304" pitchFamily="18" charset="0"/>
              </a:rPr>
              <a:t> &lt; 0.001, and **** for </a:t>
            </a:r>
            <a:r>
              <a:rPr lang="en-US" altLang="zh-TW" sz="1200" i="1" dirty="0">
                <a:effectLst/>
                <a:latin typeface="Times New Roman" panose="02020603050405020304" pitchFamily="18" charset="0"/>
                <a:ea typeface="新細明體"/>
                <a:cs typeface="Times New Roman" panose="02020603050405020304" pitchFamily="18" charset="0"/>
              </a:rPr>
              <a:t>p</a:t>
            </a:r>
            <a:r>
              <a:rPr lang="en-US" altLang="zh-TW" sz="1200" dirty="0">
                <a:effectLst/>
                <a:latin typeface="Times New Roman" panose="02020603050405020304" pitchFamily="18" charset="0"/>
                <a:ea typeface="新細明體"/>
                <a:cs typeface="Times New Roman" panose="02020603050405020304" pitchFamily="18" charset="0"/>
              </a:rPr>
              <a:t> &lt; 0.0001.</a:t>
            </a:r>
            <a:r>
              <a:rPr lang="zh-TW" altLang="zh-TW" sz="1200" dirty="0">
                <a:latin typeface="Times New Roman" panose="02020603050405020304" pitchFamily="18" charset="0"/>
                <a:ea typeface="新細明體"/>
                <a:cs typeface="Times New Roman" panose="02020603050405020304" pitchFamily="18" charset="0"/>
              </a:rPr>
              <a:t> </a:t>
            </a:r>
            <a:endParaRPr kumimoji="1" lang="zh-TW" alt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31262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xmlns="" id="{5AD63ACE-2E60-A544-A053-3C8E264398B6}"/>
              </a:ext>
            </a:extLst>
          </p:cNvPr>
          <p:cNvPicPr>
            <a:picLocks noChangeAspect="1"/>
          </p:cNvPicPr>
          <p:nvPr/>
        </p:nvPicPr>
        <p:blipFill>
          <a:blip r:embed="rId2"/>
          <a:stretch>
            <a:fillRect/>
          </a:stretch>
        </p:blipFill>
        <p:spPr>
          <a:xfrm>
            <a:off x="456842" y="1795083"/>
            <a:ext cx="6172557" cy="3576813"/>
          </a:xfrm>
          <a:prstGeom prst="rect">
            <a:avLst/>
          </a:prstGeom>
        </p:spPr>
      </p:pic>
      <p:sp>
        <p:nvSpPr>
          <p:cNvPr id="5" name="文字方塊 4">
            <a:extLst>
              <a:ext uri="{FF2B5EF4-FFF2-40B4-BE49-F238E27FC236}">
                <a16:creationId xmlns:a16="http://schemas.microsoft.com/office/drawing/2014/main" xmlns="" id="{C0F891C9-C362-1334-387D-7F9F70C9435C}"/>
              </a:ext>
            </a:extLst>
          </p:cNvPr>
          <p:cNvSpPr txBox="1"/>
          <p:nvPr/>
        </p:nvSpPr>
        <p:spPr>
          <a:xfrm>
            <a:off x="455023" y="5382432"/>
            <a:ext cx="6402977" cy="461665"/>
          </a:xfrm>
          <a:prstGeom prst="rect">
            <a:avLst/>
          </a:prstGeom>
          <a:noFill/>
        </p:spPr>
        <p:txBody>
          <a:bodyPr wrap="square" lIns="91440" tIns="45720" rIns="91440" bIns="45720" rtlCol="0" anchor="t">
            <a:spAutoFit/>
          </a:bodyPr>
          <a:lstStyle/>
          <a:p>
            <a:r>
              <a:rPr kumimoji="1" lang="en-US" altLang="zh-TW" sz="1200" dirty="0">
                <a:latin typeface="Times New Roman" panose="02020603050405020304" pitchFamily="18" charset="0"/>
                <a:ea typeface="新細明體"/>
                <a:cs typeface="Times New Roman" panose="02020603050405020304" pitchFamily="18" charset="0"/>
              </a:rPr>
              <a:t>Figure S5. Distribution and relative concentrations of metal resistance genes in the corresponding metal classes</a:t>
            </a:r>
            <a:r>
              <a:rPr kumimoji="1" lang="zh-TW" altLang="en-US" sz="1200" dirty="0">
                <a:latin typeface="Times New Roman" panose="02020603050405020304" pitchFamily="18" charset="0"/>
                <a:ea typeface="新細明體"/>
                <a:cs typeface="Times New Roman" panose="02020603050405020304" pitchFamily="18" charset="0"/>
              </a:rPr>
              <a:t> </a:t>
            </a:r>
            <a:r>
              <a:rPr kumimoji="1" lang="en-US" altLang="zh-TW" sz="1200" dirty="0">
                <a:latin typeface="Times New Roman" panose="02020603050405020304" pitchFamily="18" charset="0"/>
                <a:ea typeface="新細明體"/>
                <a:cs typeface="Times New Roman" panose="02020603050405020304" pitchFamily="18" charset="0"/>
              </a:rPr>
              <a:t>in influent and effluent samples of WWTPs in Taiwan and Slovakia. </a:t>
            </a:r>
            <a:endParaRPr kumimoji="1" lang="zh-TW" alt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9505083"/>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140986</TotalTime>
  <Words>196</Words>
  <Application>Microsoft Office PowerPoint</Application>
  <PresentationFormat>如螢幕大小 (4:3)</PresentationFormat>
  <Paragraphs>9</Paragraphs>
  <Slides>5</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5</vt:i4>
      </vt:variant>
    </vt:vector>
  </HeadingPairs>
  <TitlesOfParts>
    <vt:vector size="11" baseType="lpstr">
      <vt:lpstr>新細明體</vt:lpstr>
      <vt:lpstr>Arial</vt:lpstr>
      <vt:lpstr>Calibri</vt:lpstr>
      <vt:lpstr>Calibri Light</vt:lpstr>
      <vt:lpstr>Times New Roman</vt:lpstr>
      <vt:lpstr>Office 佈景主題</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薇羽 陳</dc:creator>
  <cp:lastModifiedBy>Microsoft 帳戶</cp:lastModifiedBy>
  <cp:revision>163</cp:revision>
  <cp:lastPrinted>2024-03-12T01:48:43Z</cp:lastPrinted>
  <dcterms:created xsi:type="dcterms:W3CDTF">2021-01-18T03:28:24Z</dcterms:created>
  <dcterms:modified xsi:type="dcterms:W3CDTF">2024-03-12T08:11:17Z</dcterms:modified>
</cp:coreProperties>
</file>